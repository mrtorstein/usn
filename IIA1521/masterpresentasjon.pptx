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CBA192B-B172-AF46-6344-9A01BC60E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C5B55E64-89FA-148C-F0C2-8E71B809D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B17CA9B-3066-301E-B56B-9533FAA26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6273D-D27F-42A2-86EE-29365DBF8D11}" type="datetimeFigureOut">
              <a:rPr lang="nb-NO" smtClean="0"/>
              <a:t>26.09.2025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3C65953F-235B-BCD6-0959-3CBDF48BC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E1CFAD0-8B78-5920-2AFA-A39FE5B17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23927-F5E6-4452-8308-D5A2A7DA80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82552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68D00B9-D21C-C016-8536-490361F26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959A584-950D-92F3-4143-824E329CA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D82AA931-8016-6F4B-ECD2-335CC8051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6273D-D27F-42A2-86EE-29365DBF8D11}" type="datetimeFigureOut">
              <a:rPr lang="nb-NO" smtClean="0"/>
              <a:t>26.09.2025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D4F5AC2C-7F17-6C8C-D2FD-A276BC274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D134DFD-F4DF-40E0-AA7D-A6EA431D3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23927-F5E6-4452-8308-D5A2A7DA80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85927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C283C41-5E48-0796-A7D7-A453EB582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C2D08247-F575-49FE-B4A1-161865F18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E8D85063-372B-10DB-AFCF-716CC78D9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6273D-D27F-42A2-86EE-29365DBF8D11}" type="datetimeFigureOut">
              <a:rPr lang="nb-NO" smtClean="0"/>
              <a:t>26.09.2025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44E2CAEE-36F1-099F-D40B-60736560E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D4236B1-38F8-806F-61CA-58039279E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23927-F5E6-4452-8308-D5A2A7DA80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23374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0307AE1-854B-5558-A419-5DA8A8B09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8685438-0E4A-5C79-649B-A59D60118D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3CE80578-98FB-78C3-34A4-E9D5F575A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D6DE04E5-5152-F7FA-4A8E-72AB38001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6273D-D27F-42A2-86EE-29365DBF8D11}" type="datetimeFigureOut">
              <a:rPr lang="nb-NO" smtClean="0"/>
              <a:t>26.09.2025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26D35A72-D689-836B-6003-0B9F4D882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868CF06C-0C1A-6603-A675-CC71B68F2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23927-F5E6-4452-8308-D5A2A7DA80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15034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E1C28E1-5304-C43D-BDDD-3AEA3B4F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943E571B-7739-425E-DEB5-190EE804B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E9F1B2B3-5740-A477-2913-EB8920534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7282406A-7504-B045-D907-ADAE1A45A4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B2BCEC7C-7D22-AA86-FF11-615A3390DF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5E846F83-8530-E1F9-2DA6-B1EB1770C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6273D-D27F-42A2-86EE-29365DBF8D11}" type="datetimeFigureOut">
              <a:rPr lang="nb-NO" smtClean="0"/>
              <a:t>26.09.2025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5485A650-A686-F1A7-F6DE-3B4ED995E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59CE737E-533F-074E-B98B-EF13DD75D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23927-F5E6-4452-8308-D5A2A7DA80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44316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3D622BA-B8EC-4531-5387-B124DEAB0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464F02E6-12C4-FA99-AD8D-212C7E4E2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6273D-D27F-42A2-86EE-29365DBF8D11}" type="datetimeFigureOut">
              <a:rPr lang="nb-NO" smtClean="0"/>
              <a:t>26.09.2025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B84DFEFD-7A91-6F67-8BC9-53D377CC0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1218031D-5ABA-A1FB-9FD8-DEA4F4FB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23927-F5E6-4452-8308-D5A2A7DA80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28756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BA64B635-2C2D-07E2-D224-2CF0A8E2F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6273D-D27F-42A2-86EE-29365DBF8D11}" type="datetimeFigureOut">
              <a:rPr lang="nb-NO" smtClean="0"/>
              <a:t>26.09.2025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AC408DE2-238D-549E-4D6B-983FCDAC6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F4E8D2F2-5D60-627E-BBC8-6321433E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23927-F5E6-4452-8308-D5A2A7DA80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36461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3C451CF-E0B6-49DF-7FB6-A60B95463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4E8EDA1-4A35-E07F-9B11-F967C39CE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7893B891-9588-0386-008C-076E962EE1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3839FA3A-CA48-DDFD-0242-B38023895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6273D-D27F-42A2-86EE-29365DBF8D11}" type="datetimeFigureOut">
              <a:rPr lang="nb-NO" smtClean="0"/>
              <a:t>26.09.2025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404CB315-1D24-8211-8262-C5D213A68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9B3196B9-CA7C-385E-D606-8AFC83B25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23927-F5E6-4452-8308-D5A2A7DA80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27392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B59B788-D745-483F-A28B-6FF121257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837B1074-F2E9-A9C9-8D58-3FFB4E7AF7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EFB078D9-68BE-32C0-11E8-1C1D1696B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73D28F1E-BA84-AC68-F40E-77C8E39C7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6273D-D27F-42A2-86EE-29365DBF8D11}" type="datetimeFigureOut">
              <a:rPr lang="nb-NO" smtClean="0"/>
              <a:t>26.09.2025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548AED95-AB47-0C8B-A084-8B3221BA1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F0A94727-519F-53FC-FE58-36201AF5C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23927-F5E6-4452-8308-D5A2A7DA80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98360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2FB7821-156A-C1AC-8A31-5072B9CB2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1D855123-EDA9-C828-2B0E-E0EF59240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D8518E34-081D-7DD1-4611-B8617F485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6273D-D27F-42A2-86EE-29365DBF8D11}" type="datetimeFigureOut">
              <a:rPr lang="nb-NO" smtClean="0"/>
              <a:t>26.09.2025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4838CB3-3CDC-5D54-C9A5-037CF42A8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5A64BE1-1C04-F778-D273-EC0A05CCB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23927-F5E6-4452-8308-D5A2A7DA80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76024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AE939BA0-ED7B-DE5D-9532-9E7BE40013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0620D198-CBBE-CC01-4F36-BB71D603D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A599AA91-FB90-43D0-3683-22FE24F26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6273D-D27F-42A2-86EE-29365DBF8D11}" type="datetimeFigureOut">
              <a:rPr lang="nb-NO" smtClean="0"/>
              <a:t>26.09.2025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4A189153-CA23-F2B5-A2CC-4DCAEC82C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04FF4E2-9781-0117-06D8-5340E9422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23927-F5E6-4452-8308-D5A2A7DA80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93898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A20570D5-A61B-2F04-9CB1-78A64A95C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38F1D1AA-F917-6508-DDB5-2157C68E7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B4A35B9F-F617-6A49-C2A7-65F599DEA4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E6273D-D27F-42A2-86EE-29365DBF8D11}" type="datetimeFigureOut">
              <a:rPr lang="nb-NO" smtClean="0"/>
              <a:t>26.09.2025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2356EB1-2047-E879-A521-59FDF7292E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8D2906C2-5801-6D07-F633-8C6BFC09B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E23927-F5E6-4452-8308-D5A2A7DA80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04803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DA0A628-8E34-8CA0-437A-CFFCAE7EB0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BB6B233D-680A-E8E3-68D5-0546A18784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93381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Office-tema</vt:lpstr>
      <vt:lpstr>PowerPoint-presentasjon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Torstein Solheim Ølberg</dc:creator>
  <cp:lastModifiedBy>Torstein Solheim Ølberg</cp:lastModifiedBy>
  <cp:revision>1</cp:revision>
  <dcterms:created xsi:type="dcterms:W3CDTF">2025-09-26T07:06:27Z</dcterms:created>
  <dcterms:modified xsi:type="dcterms:W3CDTF">2025-09-26T07:08:29Z</dcterms:modified>
</cp:coreProperties>
</file>