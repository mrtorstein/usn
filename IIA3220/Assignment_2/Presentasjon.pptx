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3" r:id="rId7"/>
    <p:sldId id="261" r:id="rId8"/>
    <p:sldId id="262" r:id="rId9"/>
    <p:sldId id="265" r:id="rId10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0" d="100"/>
          <a:sy n="90" d="100"/>
        </p:scale>
        <p:origin x="307" y="67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DB6D5B-BAFB-4B79-9447-5E81C7A46E2A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5E82ABA-100C-4763-8804-9825AC50EAF8}">
      <dgm:prSet/>
      <dgm:spPr/>
      <dgm:t>
        <a:bodyPr/>
        <a:lstStyle/>
        <a:p>
          <a:r>
            <a:rPr lang="nb-NO" dirty="0" err="1"/>
            <a:t>Raspberry</a:t>
          </a:r>
          <a:r>
            <a:rPr lang="nb-NO" dirty="0"/>
            <a:t> Pi Security</a:t>
          </a:r>
          <a:endParaRPr lang="en-US" dirty="0"/>
        </a:p>
      </dgm:t>
    </dgm:pt>
    <dgm:pt modelId="{9B155EE0-DD80-48CD-A868-47E151155455}" type="parTrans" cxnId="{8995D48F-8BB2-4CE1-9E7D-8C9D63D6FA0E}">
      <dgm:prSet/>
      <dgm:spPr/>
      <dgm:t>
        <a:bodyPr/>
        <a:lstStyle/>
        <a:p>
          <a:endParaRPr lang="en-US"/>
        </a:p>
      </dgm:t>
    </dgm:pt>
    <dgm:pt modelId="{E7D3669D-FA0E-4F08-BEF2-7742C7783F69}" type="sibTrans" cxnId="{8995D48F-8BB2-4CE1-9E7D-8C9D63D6FA0E}">
      <dgm:prSet/>
      <dgm:spPr/>
      <dgm:t>
        <a:bodyPr/>
        <a:lstStyle/>
        <a:p>
          <a:endParaRPr lang="en-US"/>
        </a:p>
      </dgm:t>
    </dgm:pt>
    <dgm:pt modelId="{FC6508A8-7A00-4E76-814B-E11B80014209}">
      <dgm:prSet/>
      <dgm:spPr/>
      <dgm:t>
        <a:bodyPr/>
        <a:lstStyle/>
        <a:p>
          <a:r>
            <a:rPr lang="nb-NO"/>
            <a:t>Running Raspberry Pi OS which uses an rpi firewall. Exposed if using default login credentials.</a:t>
          </a:r>
          <a:endParaRPr lang="en-US"/>
        </a:p>
      </dgm:t>
    </dgm:pt>
    <dgm:pt modelId="{1F93DCF0-FB73-4420-AFF9-3AD6DEBF4E14}" type="parTrans" cxnId="{73325553-3FF4-48CD-A4CB-D3E6E119EA9D}">
      <dgm:prSet/>
      <dgm:spPr/>
      <dgm:t>
        <a:bodyPr/>
        <a:lstStyle/>
        <a:p>
          <a:endParaRPr lang="en-US"/>
        </a:p>
      </dgm:t>
    </dgm:pt>
    <dgm:pt modelId="{F2E3B74E-4A4F-4B6A-9791-0857CC81DDC7}" type="sibTrans" cxnId="{73325553-3FF4-48CD-A4CB-D3E6E119EA9D}">
      <dgm:prSet/>
      <dgm:spPr/>
      <dgm:t>
        <a:bodyPr/>
        <a:lstStyle/>
        <a:p>
          <a:endParaRPr lang="en-US"/>
        </a:p>
      </dgm:t>
    </dgm:pt>
    <dgm:pt modelId="{B06E6963-BDEC-4FBC-8437-604BC8C1B55A}">
      <dgm:prSet/>
      <dgm:spPr/>
      <dgm:t>
        <a:bodyPr/>
        <a:lstStyle/>
        <a:p>
          <a:r>
            <a:rPr lang="nb-NO"/>
            <a:t>Placed on a local network, not exposed to the internet. All default security profiles are changed.</a:t>
          </a:r>
          <a:endParaRPr lang="en-US"/>
        </a:p>
      </dgm:t>
    </dgm:pt>
    <dgm:pt modelId="{703F3E00-0F47-4356-B133-20711FA9AAC8}" type="parTrans" cxnId="{182859FB-BD21-434E-A4BB-C679D107B9FD}">
      <dgm:prSet/>
      <dgm:spPr/>
      <dgm:t>
        <a:bodyPr/>
        <a:lstStyle/>
        <a:p>
          <a:endParaRPr lang="en-US"/>
        </a:p>
      </dgm:t>
    </dgm:pt>
    <dgm:pt modelId="{AEEB06DC-C719-4733-A6A9-DF8600F47241}" type="sibTrans" cxnId="{182859FB-BD21-434E-A4BB-C679D107B9FD}">
      <dgm:prSet/>
      <dgm:spPr/>
      <dgm:t>
        <a:bodyPr/>
        <a:lstStyle/>
        <a:p>
          <a:endParaRPr lang="en-US"/>
        </a:p>
      </dgm:t>
    </dgm:pt>
    <dgm:pt modelId="{4D789F94-B230-4473-B78D-BD0F62F90F01}">
      <dgm:prSet/>
      <dgm:spPr/>
      <dgm:t>
        <a:bodyPr/>
        <a:lstStyle/>
        <a:p>
          <a:r>
            <a:rPr lang="nb-NO"/>
            <a:t>NanoMQ</a:t>
          </a:r>
          <a:endParaRPr lang="en-US"/>
        </a:p>
      </dgm:t>
    </dgm:pt>
    <dgm:pt modelId="{0BD6D415-4E66-4683-89E9-B53C83D3FD0E}" type="parTrans" cxnId="{1FF0E5C1-047A-4B40-87E1-DC9CDB717BD2}">
      <dgm:prSet/>
      <dgm:spPr/>
      <dgm:t>
        <a:bodyPr/>
        <a:lstStyle/>
        <a:p>
          <a:endParaRPr lang="en-US"/>
        </a:p>
      </dgm:t>
    </dgm:pt>
    <dgm:pt modelId="{5CAE053E-A73B-4FEC-9B1C-84CF1ADB9704}" type="sibTrans" cxnId="{1FF0E5C1-047A-4B40-87E1-DC9CDB717BD2}">
      <dgm:prSet/>
      <dgm:spPr/>
      <dgm:t>
        <a:bodyPr/>
        <a:lstStyle/>
        <a:p>
          <a:endParaRPr lang="en-US"/>
        </a:p>
      </dgm:t>
    </dgm:pt>
    <dgm:pt modelId="{7C8681A4-F244-46D3-9FCC-10F1C6A87555}">
      <dgm:prSet/>
      <dgm:spPr/>
      <dgm:t>
        <a:bodyPr/>
        <a:lstStyle/>
        <a:p>
          <a:r>
            <a:rPr lang="nb-NO"/>
            <a:t>Uses a default .conf file with settings for anyone to access it without credentials</a:t>
          </a:r>
          <a:endParaRPr lang="en-US"/>
        </a:p>
      </dgm:t>
    </dgm:pt>
    <dgm:pt modelId="{DF63D213-68A7-4098-A2F7-AD754E66B948}" type="parTrans" cxnId="{A67853AB-711A-4D72-BCAA-0C29BFBABCD3}">
      <dgm:prSet/>
      <dgm:spPr/>
      <dgm:t>
        <a:bodyPr/>
        <a:lstStyle/>
        <a:p>
          <a:endParaRPr lang="en-US"/>
        </a:p>
      </dgm:t>
    </dgm:pt>
    <dgm:pt modelId="{3FE44072-5441-481F-902E-5BF8465EB52E}" type="sibTrans" cxnId="{A67853AB-711A-4D72-BCAA-0C29BFBABCD3}">
      <dgm:prSet/>
      <dgm:spPr/>
      <dgm:t>
        <a:bodyPr/>
        <a:lstStyle/>
        <a:p>
          <a:endParaRPr lang="en-US"/>
        </a:p>
      </dgm:t>
    </dgm:pt>
    <dgm:pt modelId="{0F4ACB51-FD04-4B46-BE8A-9865D83D5F6B}">
      <dgm:prSet/>
      <dgm:spPr/>
      <dgm:t>
        <a:bodyPr/>
        <a:lstStyle/>
        <a:p>
          <a:r>
            <a:rPr lang="nb-NO"/>
            <a:t>Replaced the default .conf file with my own and spesificly require login credentials</a:t>
          </a:r>
          <a:endParaRPr lang="en-US"/>
        </a:p>
      </dgm:t>
    </dgm:pt>
    <dgm:pt modelId="{3752D6CF-A5E7-4D68-91EE-5CEE632CCACD}" type="parTrans" cxnId="{DCC5AF39-2813-48F8-BBF6-188BC4338C47}">
      <dgm:prSet/>
      <dgm:spPr/>
      <dgm:t>
        <a:bodyPr/>
        <a:lstStyle/>
        <a:p>
          <a:endParaRPr lang="en-US"/>
        </a:p>
      </dgm:t>
    </dgm:pt>
    <dgm:pt modelId="{56314DBA-DA7B-4F4C-89D8-A8D51AAFFE71}" type="sibTrans" cxnId="{DCC5AF39-2813-48F8-BBF6-188BC4338C47}">
      <dgm:prSet/>
      <dgm:spPr/>
      <dgm:t>
        <a:bodyPr/>
        <a:lstStyle/>
        <a:p>
          <a:endParaRPr lang="en-US"/>
        </a:p>
      </dgm:t>
    </dgm:pt>
    <dgm:pt modelId="{B5F93FFB-6A4E-4EB0-8A2E-76B2A2099FC8}">
      <dgm:prSet/>
      <dgm:spPr/>
      <dgm:t>
        <a:bodyPr/>
        <a:lstStyle/>
        <a:p>
          <a:r>
            <a:rPr lang="nb-NO"/>
            <a:t>MongoDB</a:t>
          </a:r>
          <a:endParaRPr lang="en-US"/>
        </a:p>
      </dgm:t>
    </dgm:pt>
    <dgm:pt modelId="{BE1022FD-56F4-4C89-BD6B-80E7CAB11E2E}" type="parTrans" cxnId="{52833330-35E9-4006-945C-5140B8BF3F6E}">
      <dgm:prSet/>
      <dgm:spPr/>
      <dgm:t>
        <a:bodyPr/>
        <a:lstStyle/>
        <a:p>
          <a:endParaRPr lang="en-US"/>
        </a:p>
      </dgm:t>
    </dgm:pt>
    <dgm:pt modelId="{B7C1AC3D-1316-4492-9BB1-9AD627340427}" type="sibTrans" cxnId="{52833330-35E9-4006-945C-5140B8BF3F6E}">
      <dgm:prSet/>
      <dgm:spPr/>
      <dgm:t>
        <a:bodyPr/>
        <a:lstStyle/>
        <a:p>
          <a:endParaRPr lang="en-US"/>
        </a:p>
      </dgm:t>
    </dgm:pt>
    <dgm:pt modelId="{BB615028-D3AB-4D5F-AD6E-6A670E56FD2C}">
      <dgm:prSet/>
      <dgm:spPr/>
      <dgm:t>
        <a:bodyPr/>
        <a:lstStyle/>
        <a:p>
          <a:r>
            <a:rPr lang="nb-NO"/>
            <a:t>No login needed by default</a:t>
          </a:r>
          <a:endParaRPr lang="en-US"/>
        </a:p>
      </dgm:t>
    </dgm:pt>
    <dgm:pt modelId="{9BC7F600-8158-48CB-846D-A43C270710ED}" type="parTrans" cxnId="{44D354A0-BB6B-4675-9747-294DCC64C3C0}">
      <dgm:prSet/>
      <dgm:spPr/>
      <dgm:t>
        <a:bodyPr/>
        <a:lstStyle/>
        <a:p>
          <a:endParaRPr lang="en-US"/>
        </a:p>
      </dgm:t>
    </dgm:pt>
    <dgm:pt modelId="{99DBC258-6733-40B4-BEC0-0E78EF8BFC26}" type="sibTrans" cxnId="{44D354A0-BB6B-4675-9747-294DCC64C3C0}">
      <dgm:prSet/>
      <dgm:spPr/>
      <dgm:t>
        <a:bodyPr/>
        <a:lstStyle/>
        <a:p>
          <a:endParaRPr lang="en-US"/>
        </a:p>
      </dgm:t>
    </dgm:pt>
    <dgm:pt modelId="{0A3E6265-EFBD-4405-A615-59B461EB3F5F}">
      <dgm:prSet/>
      <dgm:spPr/>
      <dgm:t>
        <a:bodyPr/>
        <a:lstStyle/>
        <a:p>
          <a:r>
            <a:rPr lang="nb-NO"/>
            <a:t>Enabled authentification, address and credentials stored in .env. Only access via NanoMQ</a:t>
          </a:r>
          <a:endParaRPr lang="en-US"/>
        </a:p>
      </dgm:t>
    </dgm:pt>
    <dgm:pt modelId="{984C4180-A56D-49FD-B87F-93B8761D0DBB}" type="parTrans" cxnId="{A33A4734-5AE2-4F12-8786-A66288E27B38}">
      <dgm:prSet/>
      <dgm:spPr/>
      <dgm:t>
        <a:bodyPr/>
        <a:lstStyle/>
        <a:p>
          <a:endParaRPr lang="en-US"/>
        </a:p>
      </dgm:t>
    </dgm:pt>
    <dgm:pt modelId="{974AAC83-9953-42A7-987A-67647E5DE025}" type="sibTrans" cxnId="{A33A4734-5AE2-4F12-8786-A66288E27B38}">
      <dgm:prSet/>
      <dgm:spPr/>
      <dgm:t>
        <a:bodyPr/>
        <a:lstStyle/>
        <a:p>
          <a:endParaRPr lang="en-US"/>
        </a:p>
      </dgm:t>
    </dgm:pt>
    <dgm:pt modelId="{E58E2A2F-4383-4F2D-B632-11D5BFC321A5}">
      <dgm:prSet/>
      <dgm:spPr/>
      <dgm:t>
        <a:bodyPr/>
        <a:lstStyle/>
        <a:p>
          <a:r>
            <a:rPr lang="nb-NO"/>
            <a:t>ThingSpeak</a:t>
          </a:r>
          <a:endParaRPr lang="en-US"/>
        </a:p>
      </dgm:t>
    </dgm:pt>
    <dgm:pt modelId="{673DA5A5-01DB-4B68-B761-48575695F3A7}" type="parTrans" cxnId="{746E780F-97A0-4E0B-925F-934041CB2AA6}">
      <dgm:prSet/>
      <dgm:spPr/>
      <dgm:t>
        <a:bodyPr/>
        <a:lstStyle/>
        <a:p>
          <a:endParaRPr lang="en-US"/>
        </a:p>
      </dgm:t>
    </dgm:pt>
    <dgm:pt modelId="{71EBE26F-8C85-4743-A7EF-2DDDFF22F360}" type="sibTrans" cxnId="{746E780F-97A0-4E0B-925F-934041CB2AA6}">
      <dgm:prSet/>
      <dgm:spPr/>
      <dgm:t>
        <a:bodyPr/>
        <a:lstStyle/>
        <a:p>
          <a:endParaRPr lang="en-US"/>
        </a:p>
      </dgm:t>
    </dgm:pt>
    <dgm:pt modelId="{E6A06EA6-513E-4D3A-81DB-36374AE9B9DD}">
      <dgm:prSet/>
      <dgm:spPr/>
      <dgm:t>
        <a:bodyPr/>
        <a:lstStyle/>
        <a:p>
          <a:r>
            <a:rPr lang="nb-NO" dirty="0" err="1"/>
            <a:t>Uses</a:t>
          </a:r>
          <a:r>
            <a:rPr lang="nb-NO" dirty="0"/>
            <a:t> </a:t>
          </a:r>
          <a:r>
            <a:rPr lang="nb-NO" dirty="0" err="1"/>
            <a:t>read</a:t>
          </a:r>
          <a:r>
            <a:rPr lang="nb-NO" dirty="0"/>
            <a:t> and </a:t>
          </a:r>
          <a:r>
            <a:rPr lang="nb-NO" dirty="0" err="1"/>
            <a:t>write</a:t>
          </a:r>
          <a:r>
            <a:rPr lang="nb-NO" dirty="0"/>
            <a:t> </a:t>
          </a:r>
          <a:r>
            <a:rPr lang="nb-NO" dirty="0" err="1"/>
            <a:t>api</a:t>
          </a:r>
          <a:r>
            <a:rPr lang="nb-NO" dirty="0"/>
            <a:t> </a:t>
          </a:r>
          <a:r>
            <a:rPr lang="nb-NO" dirty="0" err="1"/>
            <a:t>keys</a:t>
          </a:r>
          <a:r>
            <a:rPr lang="nb-NO" dirty="0"/>
            <a:t> </a:t>
          </a:r>
          <a:r>
            <a:rPr lang="nb-NO" dirty="0" err="1"/>
            <a:t>stored</a:t>
          </a:r>
          <a:r>
            <a:rPr lang="nb-NO" dirty="0"/>
            <a:t> in </a:t>
          </a:r>
          <a:r>
            <a:rPr lang="nb-NO"/>
            <a:t>environment</a:t>
          </a:r>
          <a:r>
            <a:rPr lang="nb-NO" dirty="0"/>
            <a:t> variables</a:t>
          </a:r>
          <a:endParaRPr lang="en-US" dirty="0"/>
        </a:p>
      </dgm:t>
    </dgm:pt>
    <dgm:pt modelId="{DA427AB1-C6A1-4705-B98A-B41D152B89B3}" type="parTrans" cxnId="{9E8B891F-7931-490A-80B0-9664C9BC92D1}">
      <dgm:prSet/>
      <dgm:spPr/>
      <dgm:t>
        <a:bodyPr/>
        <a:lstStyle/>
        <a:p>
          <a:endParaRPr lang="en-US"/>
        </a:p>
      </dgm:t>
    </dgm:pt>
    <dgm:pt modelId="{4008956F-22D6-44AC-8967-64425C1A5057}" type="sibTrans" cxnId="{9E8B891F-7931-490A-80B0-9664C9BC92D1}">
      <dgm:prSet/>
      <dgm:spPr/>
      <dgm:t>
        <a:bodyPr/>
        <a:lstStyle/>
        <a:p>
          <a:endParaRPr lang="en-US"/>
        </a:p>
      </dgm:t>
    </dgm:pt>
    <dgm:pt modelId="{9298929F-6421-4C85-A615-6F3DA396F86E}" type="pres">
      <dgm:prSet presAssocID="{F5DB6D5B-BAFB-4B79-9447-5E81C7A46E2A}" presName="Name0" presStyleCnt="0">
        <dgm:presLayoutVars>
          <dgm:dir/>
          <dgm:animLvl val="lvl"/>
          <dgm:resizeHandles val="exact"/>
        </dgm:presLayoutVars>
      </dgm:prSet>
      <dgm:spPr/>
    </dgm:pt>
    <dgm:pt modelId="{570083EC-4FC0-4B9E-A07C-32C42D197A34}" type="pres">
      <dgm:prSet presAssocID="{35E82ABA-100C-4763-8804-9825AC50EAF8}" presName="composite" presStyleCnt="0"/>
      <dgm:spPr/>
    </dgm:pt>
    <dgm:pt modelId="{E3D37CDD-9165-4353-8C27-8CBBBCE784E6}" type="pres">
      <dgm:prSet presAssocID="{35E82ABA-100C-4763-8804-9825AC50EAF8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99A77CF8-F3E8-423A-A22C-7B8AB6897576}" type="pres">
      <dgm:prSet presAssocID="{35E82ABA-100C-4763-8804-9825AC50EAF8}" presName="desTx" presStyleLbl="alignAccFollowNode1" presStyleIdx="0" presStyleCnt="4">
        <dgm:presLayoutVars>
          <dgm:bulletEnabled val="1"/>
        </dgm:presLayoutVars>
      </dgm:prSet>
      <dgm:spPr/>
    </dgm:pt>
    <dgm:pt modelId="{DF7B7852-5430-4B8D-88D9-40139B4E873F}" type="pres">
      <dgm:prSet presAssocID="{E7D3669D-FA0E-4F08-BEF2-7742C7783F69}" presName="space" presStyleCnt="0"/>
      <dgm:spPr/>
    </dgm:pt>
    <dgm:pt modelId="{8568A087-F7F8-49C6-9C7F-B4D6AAA551DA}" type="pres">
      <dgm:prSet presAssocID="{4D789F94-B230-4473-B78D-BD0F62F90F01}" presName="composite" presStyleCnt="0"/>
      <dgm:spPr/>
    </dgm:pt>
    <dgm:pt modelId="{928E9D1F-9D4A-44BF-ABAE-36078F8BE08E}" type="pres">
      <dgm:prSet presAssocID="{4D789F94-B230-4473-B78D-BD0F62F90F01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0A75275C-2E7D-4B20-AACB-D8BA56B2BE51}" type="pres">
      <dgm:prSet presAssocID="{4D789F94-B230-4473-B78D-BD0F62F90F01}" presName="desTx" presStyleLbl="alignAccFollowNode1" presStyleIdx="1" presStyleCnt="4">
        <dgm:presLayoutVars>
          <dgm:bulletEnabled val="1"/>
        </dgm:presLayoutVars>
      </dgm:prSet>
      <dgm:spPr/>
    </dgm:pt>
    <dgm:pt modelId="{A423363E-BB04-412C-B883-723706C065E5}" type="pres">
      <dgm:prSet presAssocID="{5CAE053E-A73B-4FEC-9B1C-84CF1ADB9704}" presName="space" presStyleCnt="0"/>
      <dgm:spPr/>
    </dgm:pt>
    <dgm:pt modelId="{40807D6B-6586-459F-81BA-06B93DAAAD50}" type="pres">
      <dgm:prSet presAssocID="{B5F93FFB-6A4E-4EB0-8A2E-76B2A2099FC8}" presName="composite" presStyleCnt="0"/>
      <dgm:spPr/>
    </dgm:pt>
    <dgm:pt modelId="{C518E6D0-E982-434A-BDDD-01F414E1E7A6}" type="pres">
      <dgm:prSet presAssocID="{B5F93FFB-6A4E-4EB0-8A2E-76B2A2099FC8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1B745AC9-8C72-4D4D-BE8B-E4B8D8CDCF11}" type="pres">
      <dgm:prSet presAssocID="{B5F93FFB-6A4E-4EB0-8A2E-76B2A2099FC8}" presName="desTx" presStyleLbl="alignAccFollowNode1" presStyleIdx="2" presStyleCnt="4">
        <dgm:presLayoutVars>
          <dgm:bulletEnabled val="1"/>
        </dgm:presLayoutVars>
      </dgm:prSet>
      <dgm:spPr/>
    </dgm:pt>
    <dgm:pt modelId="{53506C82-8EB4-4376-BB1B-C36E7921B670}" type="pres">
      <dgm:prSet presAssocID="{B7C1AC3D-1316-4492-9BB1-9AD627340427}" presName="space" presStyleCnt="0"/>
      <dgm:spPr/>
    </dgm:pt>
    <dgm:pt modelId="{E13FE2E7-B80D-408B-A64F-27AC19E4F400}" type="pres">
      <dgm:prSet presAssocID="{E58E2A2F-4383-4F2D-B632-11D5BFC321A5}" presName="composite" presStyleCnt="0"/>
      <dgm:spPr/>
    </dgm:pt>
    <dgm:pt modelId="{AB1271BD-70D2-4873-9266-B681948CC8A2}" type="pres">
      <dgm:prSet presAssocID="{E58E2A2F-4383-4F2D-B632-11D5BFC321A5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013B392B-6F5F-4047-8DCB-142FB85931C2}" type="pres">
      <dgm:prSet presAssocID="{E58E2A2F-4383-4F2D-B632-11D5BFC321A5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2843C70A-E981-40B7-8739-9E413FC24DAB}" type="presOf" srcId="{E6A06EA6-513E-4D3A-81DB-36374AE9B9DD}" destId="{013B392B-6F5F-4047-8DCB-142FB85931C2}" srcOrd="0" destOrd="0" presId="urn:microsoft.com/office/officeart/2005/8/layout/hList1"/>
    <dgm:cxn modelId="{746E780F-97A0-4E0B-925F-934041CB2AA6}" srcId="{F5DB6D5B-BAFB-4B79-9447-5E81C7A46E2A}" destId="{E58E2A2F-4383-4F2D-B632-11D5BFC321A5}" srcOrd="3" destOrd="0" parTransId="{673DA5A5-01DB-4B68-B761-48575695F3A7}" sibTransId="{71EBE26F-8C85-4743-A7EF-2DDDFF22F360}"/>
    <dgm:cxn modelId="{D85DBB16-D8B6-4496-86DD-CD57BFC3298C}" type="presOf" srcId="{35E82ABA-100C-4763-8804-9825AC50EAF8}" destId="{E3D37CDD-9165-4353-8C27-8CBBBCE784E6}" srcOrd="0" destOrd="0" presId="urn:microsoft.com/office/officeart/2005/8/layout/hList1"/>
    <dgm:cxn modelId="{6EF9F516-21F6-4380-9BEF-5077A23FF854}" type="presOf" srcId="{BB615028-D3AB-4D5F-AD6E-6A670E56FD2C}" destId="{1B745AC9-8C72-4D4D-BE8B-E4B8D8CDCF11}" srcOrd="0" destOrd="0" presId="urn:microsoft.com/office/officeart/2005/8/layout/hList1"/>
    <dgm:cxn modelId="{9E8B891F-7931-490A-80B0-9664C9BC92D1}" srcId="{E58E2A2F-4383-4F2D-B632-11D5BFC321A5}" destId="{E6A06EA6-513E-4D3A-81DB-36374AE9B9DD}" srcOrd="0" destOrd="0" parTransId="{DA427AB1-C6A1-4705-B98A-B41D152B89B3}" sibTransId="{4008956F-22D6-44AC-8967-64425C1A5057}"/>
    <dgm:cxn modelId="{B3646925-B0A2-472B-8A0A-7001BBA4A603}" type="presOf" srcId="{0A3E6265-EFBD-4405-A615-59B461EB3F5F}" destId="{1B745AC9-8C72-4D4D-BE8B-E4B8D8CDCF11}" srcOrd="0" destOrd="1" presId="urn:microsoft.com/office/officeart/2005/8/layout/hList1"/>
    <dgm:cxn modelId="{52833330-35E9-4006-945C-5140B8BF3F6E}" srcId="{F5DB6D5B-BAFB-4B79-9447-5E81C7A46E2A}" destId="{B5F93FFB-6A4E-4EB0-8A2E-76B2A2099FC8}" srcOrd="2" destOrd="0" parTransId="{BE1022FD-56F4-4C89-BD6B-80E7CAB11E2E}" sibTransId="{B7C1AC3D-1316-4492-9BB1-9AD627340427}"/>
    <dgm:cxn modelId="{A33A4734-5AE2-4F12-8786-A66288E27B38}" srcId="{B5F93FFB-6A4E-4EB0-8A2E-76B2A2099FC8}" destId="{0A3E6265-EFBD-4405-A615-59B461EB3F5F}" srcOrd="1" destOrd="0" parTransId="{984C4180-A56D-49FD-B87F-93B8761D0DBB}" sibTransId="{974AAC83-9953-42A7-987A-67647E5DE025}"/>
    <dgm:cxn modelId="{DCC5AF39-2813-48F8-BBF6-188BC4338C47}" srcId="{4D789F94-B230-4473-B78D-BD0F62F90F01}" destId="{0F4ACB51-FD04-4B46-BE8A-9865D83D5F6B}" srcOrd="1" destOrd="0" parTransId="{3752D6CF-A5E7-4D68-91EE-5CEE632CCACD}" sibTransId="{56314DBA-DA7B-4F4C-89D8-A8D51AAFFE71}"/>
    <dgm:cxn modelId="{73325553-3FF4-48CD-A4CB-D3E6E119EA9D}" srcId="{35E82ABA-100C-4763-8804-9825AC50EAF8}" destId="{FC6508A8-7A00-4E76-814B-E11B80014209}" srcOrd="0" destOrd="0" parTransId="{1F93DCF0-FB73-4420-AFF9-3AD6DEBF4E14}" sibTransId="{F2E3B74E-4A4F-4B6A-9791-0857CC81DDC7}"/>
    <dgm:cxn modelId="{FD77965A-3992-4567-BA85-E49120289617}" type="presOf" srcId="{FC6508A8-7A00-4E76-814B-E11B80014209}" destId="{99A77CF8-F3E8-423A-A22C-7B8AB6897576}" srcOrd="0" destOrd="0" presId="urn:microsoft.com/office/officeart/2005/8/layout/hList1"/>
    <dgm:cxn modelId="{84E4717C-F1BA-4A61-9A15-2A0F0B2CE9C8}" type="presOf" srcId="{7C8681A4-F244-46D3-9FCC-10F1C6A87555}" destId="{0A75275C-2E7D-4B20-AACB-D8BA56B2BE51}" srcOrd="0" destOrd="0" presId="urn:microsoft.com/office/officeart/2005/8/layout/hList1"/>
    <dgm:cxn modelId="{59A0FC7C-D8E7-4110-B53E-AC40274FD0E2}" type="presOf" srcId="{B06E6963-BDEC-4FBC-8437-604BC8C1B55A}" destId="{99A77CF8-F3E8-423A-A22C-7B8AB6897576}" srcOrd="0" destOrd="1" presId="urn:microsoft.com/office/officeart/2005/8/layout/hList1"/>
    <dgm:cxn modelId="{CF24238B-9FE4-48F2-ADAF-A39836690290}" type="presOf" srcId="{E58E2A2F-4383-4F2D-B632-11D5BFC321A5}" destId="{AB1271BD-70D2-4873-9266-B681948CC8A2}" srcOrd="0" destOrd="0" presId="urn:microsoft.com/office/officeart/2005/8/layout/hList1"/>
    <dgm:cxn modelId="{8995D48F-8BB2-4CE1-9E7D-8C9D63D6FA0E}" srcId="{F5DB6D5B-BAFB-4B79-9447-5E81C7A46E2A}" destId="{35E82ABA-100C-4763-8804-9825AC50EAF8}" srcOrd="0" destOrd="0" parTransId="{9B155EE0-DD80-48CD-A868-47E151155455}" sibTransId="{E7D3669D-FA0E-4F08-BEF2-7742C7783F69}"/>
    <dgm:cxn modelId="{B13B629B-4E1C-422E-A9B0-F2D3990B4A9C}" type="presOf" srcId="{0F4ACB51-FD04-4B46-BE8A-9865D83D5F6B}" destId="{0A75275C-2E7D-4B20-AACB-D8BA56B2BE51}" srcOrd="0" destOrd="1" presId="urn:microsoft.com/office/officeart/2005/8/layout/hList1"/>
    <dgm:cxn modelId="{3BD6869D-F34E-44FA-B03E-6F5885CF5543}" type="presOf" srcId="{F5DB6D5B-BAFB-4B79-9447-5E81C7A46E2A}" destId="{9298929F-6421-4C85-A615-6F3DA396F86E}" srcOrd="0" destOrd="0" presId="urn:microsoft.com/office/officeart/2005/8/layout/hList1"/>
    <dgm:cxn modelId="{44D354A0-BB6B-4675-9747-294DCC64C3C0}" srcId="{B5F93FFB-6A4E-4EB0-8A2E-76B2A2099FC8}" destId="{BB615028-D3AB-4D5F-AD6E-6A670E56FD2C}" srcOrd="0" destOrd="0" parTransId="{9BC7F600-8158-48CB-846D-A43C270710ED}" sibTransId="{99DBC258-6733-40B4-BEC0-0E78EF8BFC26}"/>
    <dgm:cxn modelId="{A67853AB-711A-4D72-BCAA-0C29BFBABCD3}" srcId="{4D789F94-B230-4473-B78D-BD0F62F90F01}" destId="{7C8681A4-F244-46D3-9FCC-10F1C6A87555}" srcOrd="0" destOrd="0" parTransId="{DF63D213-68A7-4098-A2F7-AD754E66B948}" sibTransId="{3FE44072-5441-481F-902E-5BF8465EB52E}"/>
    <dgm:cxn modelId="{83BF69BF-CCB2-4B24-B2FC-D5703C858187}" type="presOf" srcId="{B5F93FFB-6A4E-4EB0-8A2E-76B2A2099FC8}" destId="{C518E6D0-E982-434A-BDDD-01F414E1E7A6}" srcOrd="0" destOrd="0" presId="urn:microsoft.com/office/officeart/2005/8/layout/hList1"/>
    <dgm:cxn modelId="{3E1928C0-2226-4EFA-9F4D-836D5D644373}" type="presOf" srcId="{4D789F94-B230-4473-B78D-BD0F62F90F01}" destId="{928E9D1F-9D4A-44BF-ABAE-36078F8BE08E}" srcOrd="0" destOrd="0" presId="urn:microsoft.com/office/officeart/2005/8/layout/hList1"/>
    <dgm:cxn modelId="{1FF0E5C1-047A-4B40-87E1-DC9CDB717BD2}" srcId="{F5DB6D5B-BAFB-4B79-9447-5E81C7A46E2A}" destId="{4D789F94-B230-4473-B78D-BD0F62F90F01}" srcOrd="1" destOrd="0" parTransId="{0BD6D415-4E66-4683-89E9-B53C83D3FD0E}" sibTransId="{5CAE053E-A73B-4FEC-9B1C-84CF1ADB9704}"/>
    <dgm:cxn modelId="{182859FB-BD21-434E-A4BB-C679D107B9FD}" srcId="{35E82ABA-100C-4763-8804-9825AC50EAF8}" destId="{B06E6963-BDEC-4FBC-8437-604BC8C1B55A}" srcOrd="1" destOrd="0" parTransId="{703F3E00-0F47-4356-B133-20711FA9AAC8}" sibTransId="{AEEB06DC-C719-4733-A6A9-DF8600F47241}"/>
    <dgm:cxn modelId="{D7838CDC-9FCD-440B-B8B4-E800B6AB3D1A}" type="presParOf" srcId="{9298929F-6421-4C85-A615-6F3DA396F86E}" destId="{570083EC-4FC0-4B9E-A07C-32C42D197A34}" srcOrd="0" destOrd="0" presId="urn:microsoft.com/office/officeart/2005/8/layout/hList1"/>
    <dgm:cxn modelId="{8C348035-7A88-4303-9EAA-B30AB8B7BAB8}" type="presParOf" srcId="{570083EC-4FC0-4B9E-A07C-32C42D197A34}" destId="{E3D37CDD-9165-4353-8C27-8CBBBCE784E6}" srcOrd="0" destOrd="0" presId="urn:microsoft.com/office/officeart/2005/8/layout/hList1"/>
    <dgm:cxn modelId="{3FAEA585-BC6F-4093-98C5-87A9087CA18E}" type="presParOf" srcId="{570083EC-4FC0-4B9E-A07C-32C42D197A34}" destId="{99A77CF8-F3E8-423A-A22C-7B8AB6897576}" srcOrd="1" destOrd="0" presId="urn:microsoft.com/office/officeart/2005/8/layout/hList1"/>
    <dgm:cxn modelId="{5D40ACDD-2C17-4B6A-BED6-DD7BB25E30D8}" type="presParOf" srcId="{9298929F-6421-4C85-A615-6F3DA396F86E}" destId="{DF7B7852-5430-4B8D-88D9-40139B4E873F}" srcOrd="1" destOrd="0" presId="urn:microsoft.com/office/officeart/2005/8/layout/hList1"/>
    <dgm:cxn modelId="{5C3961FB-48EB-4666-993A-2F1FE4EC655B}" type="presParOf" srcId="{9298929F-6421-4C85-A615-6F3DA396F86E}" destId="{8568A087-F7F8-49C6-9C7F-B4D6AAA551DA}" srcOrd="2" destOrd="0" presId="urn:microsoft.com/office/officeart/2005/8/layout/hList1"/>
    <dgm:cxn modelId="{8718FE57-69E4-4F0E-86F7-52401C317960}" type="presParOf" srcId="{8568A087-F7F8-49C6-9C7F-B4D6AAA551DA}" destId="{928E9D1F-9D4A-44BF-ABAE-36078F8BE08E}" srcOrd="0" destOrd="0" presId="urn:microsoft.com/office/officeart/2005/8/layout/hList1"/>
    <dgm:cxn modelId="{2B4B7DDE-DF65-4E79-8C20-BC347AE9625C}" type="presParOf" srcId="{8568A087-F7F8-49C6-9C7F-B4D6AAA551DA}" destId="{0A75275C-2E7D-4B20-AACB-D8BA56B2BE51}" srcOrd="1" destOrd="0" presId="urn:microsoft.com/office/officeart/2005/8/layout/hList1"/>
    <dgm:cxn modelId="{7235748E-45A2-47CA-8376-E3CFFF2B892B}" type="presParOf" srcId="{9298929F-6421-4C85-A615-6F3DA396F86E}" destId="{A423363E-BB04-412C-B883-723706C065E5}" srcOrd="3" destOrd="0" presId="urn:microsoft.com/office/officeart/2005/8/layout/hList1"/>
    <dgm:cxn modelId="{14985C13-A789-4FCD-AF9A-85F487C8F6BF}" type="presParOf" srcId="{9298929F-6421-4C85-A615-6F3DA396F86E}" destId="{40807D6B-6586-459F-81BA-06B93DAAAD50}" srcOrd="4" destOrd="0" presId="urn:microsoft.com/office/officeart/2005/8/layout/hList1"/>
    <dgm:cxn modelId="{9E6CA86A-2939-4C35-A713-4B7925DD94D3}" type="presParOf" srcId="{40807D6B-6586-459F-81BA-06B93DAAAD50}" destId="{C518E6D0-E982-434A-BDDD-01F414E1E7A6}" srcOrd="0" destOrd="0" presId="urn:microsoft.com/office/officeart/2005/8/layout/hList1"/>
    <dgm:cxn modelId="{86F8C9B6-53E1-4585-BB07-6EDE04472C65}" type="presParOf" srcId="{40807D6B-6586-459F-81BA-06B93DAAAD50}" destId="{1B745AC9-8C72-4D4D-BE8B-E4B8D8CDCF11}" srcOrd="1" destOrd="0" presId="urn:microsoft.com/office/officeart/2005/8/layout/hList1"/>
    <dgm:cxn modelId="{7A940C8D-623C-4BE7-847F-FA359E77F78C}" type="presParOf" srcId="{9298929F-6421-4C85-A615-6F3DA396F86E}" destId="{53506C82-8EB4-4376-BB1B-C36E7921B670}" srcOrd="5" destOrd="0" presId="urn:microsoft.com/office/officeart/2005/8/layout/hList1"/>
    <dgm:cxn modelId="{85A71345-F0D9-40C3-B0AC-70745B7DE26F}" type="presParOf" srcId="{9298929F-6421-4C85-A615-6F3DA396F86E}" destId="{E13FE2E7-B80D-408B-A64F-27AC19E4F400}" srcOrd="6" destOrd="0" presId="urn:microsoft.com/office/officeart/2005/8/layout/hList1"/>
    <dgm:cxn modelId="{4969EF1E-88D7-4732-9E46-37A38A2B3D15}" type="presParOf" srcId="{E13FE2E7-B80D-408B-A64F-27AC19E4F400}" destId="{AB1271BD-70D2-4873-9266-B681948CC8A2}" srcOrd="0" destOrd="0" presId="urn:microsoft.com/office/officeart/2005/8/layout/hList1"/>
    <dgm:cxn modelId="{279104A2-3246-4B42-AE30-C1E5FF637D7B}" type="presParOf" srcId="{E13FE2E7-B80D-408B-A64F-27AC19E4F400}" destId="{013B392B-6F5F-4047-8DCB-142FB85931C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D37CDD-9165-4353-8C27-8CBBBCE784E6}">
      <dsp:nvSpPr>
        <dsp:cNvPr id="0" name=""/>
        <dsp:cNvSpPr/>
      </dsp:nvSpPr>
      <dsp:spPr>
        <a:xfrm>
          <a:off x="3953" y="384759"/>
          <a:ext cx="2377306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800" kern="1200" dirty="0" err="1"/>
            <a:t>Raspberry</a:t>
          </a:r>
          <a:r>
            <a:rPr lang="nb-NO" sz="1800" kern="1200" dirty="0"/>
            <a:t> Pi Security</a:t>
          </a:r>
          <a:endParaRPr lang="en-US" sz="1800" kern="1200" dirty="0"/>
        </a:p>
      </dsp:txBody>
      <dsp:txXfrm>
        <a:off x="3953" y="384759"/>
        <a:ext cx="2377306" cy="518400"/>
      </dsp:txXfrm>
    </dsp:sp>
    <dsp:sp modelId="{99A77CF8-F3E8-423A-A22C-7B8AB6897576}">
      <dsp:nvSpPr>
        <dsp:cNvPr id="0" name=""/>
        <dsp:cNvSpPr/>
      </dsp:nvSpPr>
      <dsp:spPr>
        <a:xfrm>
          <a:off x="3953" y="903159"/>
          <a:ext cx="2377306" cy="30634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b-NO" sz="1800" kern="1200"/>
            <a:t>Running Raspberry Pi OS which uses an rpi firewall. Exposed if using default login credentials.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b-NO" sz="1800" kern="1200"/>
            <a:t>Placed on a local network, not exposed to the internet. All default security profiles are changed.</a:t>
          </a:r>
          <a:endParaRPr lang="en-US" sz="1800" kern="1200"/>
        </a:p>
      </dsp:txBody>
      <dsp:txXfrm>
        <a:off x="3953" y="903159"/>
        <a:ext cx="2377306" cy="3063420"/>
      </dsp:txXfrm>
    </dsp:sp>
    <dsp:sp modelId="{928E9D1F-9D4A-44BF-ABAE-36078F8BE08E}">
      <dsp:nvSpPr>
        <dsp:cNvPr id="0" name=""/>
        <dsp:cNvSpPr/>
      </dsp:nvSpPr>
      <dsp:spPr>
        <a:xfrm>
          <a:off x="2714082" y="384759"/>
          <a:ext cx="2377306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800" kern="1200"/>
            <a:t>NanoMQ</a:t>
          </a:r>
          <a:endParaRPr lang="en-US" sz="1800" kern="1200"/>
        </a:p>
      </dsp:txBody>
      <dsp:txXfrm>
        <a:off x="2714082" y="384759"/>
        <a:ext cx="2377306" cy="518400"/>
      </dsp:txXfrm>
    </dsp:sp>
    <dsp:sp modelId="{0A75275C-2E7D-4B20-AACB-D8BA56B2BE51}">
      <dsp:nvSpPr>
        <dsp:cNvPr id="0" name=""/>
        <dsp:cNvSpPr/>
      </dsp:nvSpPr>
      <dsp:spPr>
        <a:xfrm>
          <a:off x="2714082" y="903159"/>
          <a:ext cx="2377306" cy="30634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b-NO" sz="1800" kern="1200"/>
            <a:t>Uses a default .conf file with settings for anyone to access it without credentials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b-NO" sz="1800" kern="1200"/>
            <a:t>Replaced the default .conf file with my own and spesificly require login credentials</a:t>
          </a:r>
          <a:endParaRPr lang="en-US" sz="1800" kern="1200"/>
        </a:p>
      </dsp:txBody>
      <dsp:txXfrm>
        <a:off x="2714082" y="903159"/>
        <a:ext cx="2377306" cy="3063420"/>
      </dsp:txXfrm>
    </dsp:sp>
    <dsp:sp modelId="{C518E6D0-E982-434A-BDDD-01F414E1E7A6}">
      <dsp:nvSpPr>
        <dsp:cNvPr id="0" name=""/>
        <dsp:cNvSpPr/>
      </dsp:nvSpPr>
      <dsp:spPr>
        <a:xfrm>
          <a:off x="5424211" y="384759"/>
          <a:ext cx="2377306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800" kern="1200"/>
            <a:t>MongoDB</a:t>
          </a:r>
          <a:endParaRPr lang="en-US" sz="1800" kern="1200"/>
        </a:p>
      </dsp:txBody>
      <dsp:txXfrm>
        <a:off x="5424211" y="384759"/>
        <a:ext cx="2377306" cy="518400"/>
      </dsp:txXfrm>
    </dsp:sp>
    <dsp:sp modelId="{1B745AC9-8C72-4D4D-BE8B-E4B8D8CDCF11}">
      <dsp:nvSpPr>
        <dsp:cNvPr id="0" name=""/>
        <dsp:cNvSpPr/>
      </dsp:nvSpPr>
      <dsp:spPr>
        <a:xfrm>
          <a:off x="5424211" y="903159"/>
          <a:ext cx="2377306" cy="30634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b-NO" sz="1800" kern="1200"/>
            <a:t>No login needed by default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b-NO" sz="1800" kern="1200"/>
            <a:t>Enabled authentification, address and credentials stored in .env. Only access via NanoMQ</a:t>
          </a:r>
          <a:endParaRPr lang="en-US" sz="1800" kern="1200"/>
        </a:p>
      </dsp:txBody>
      <dsp:txXfrm>
        <a:off x="5424211" y="903159"/>
        <a:ext cx="2377306" cy="3063420"/>
      </dsp:txXfrm>
    </dsp:sp>
    <dsp:sp modelId="{AB1271BD-70D2-4873-9266-B681948CC8A2}">
      <dsp:nvSpPr>
        <dsp:cNvPr id="0" name=""/>
        <dsp:cNvSpPr/>
      </dsp:nvSpPr>
      <dsp:spPr>
        <a:xfrm>
          <a:off x="8134340" y="384759"/>
          <a:ext cx="2377306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800" kern="1200"/>
            <a:t>ThingSpeak</a:t>
          </a:r>
          <a:endParaRPr lang="en-US" sz="1800" kern="1200"/>
        </a:p>
      </dsp:txBody>
      <dsp:txXfrm>
        <a:off x="8134340" y="384759"/>
        <a:ext cx="2377306" cy="518400"/>
      </dsp:txXfrm>
    </dsp:sp>
    <dsp:sp modelId="{013B392B-6F5F-4047-8DCB-142FB85931C2}">
      <dsp:nvSpPr>
        <dsp:cNvPr id="0" name=""/>
        <dsp:cNvSpPr/>
      </dsp:nvSpPr>
      <dsp:spPr>
        <a:xfrm>
          <a:off x="8134340" y="903159"/>
          <a:ext cx="2377306" cy="30634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b-NO" sz="1800" kern="1200" dirty="0" err="1"/>
            <a:t>Uses</a:t>
          </a:r>
          <a:r>
            <a:rPr lang="nb-NO" sz="1800" kern="1200" dirty="0"/>
            <a:t> </a:t>
          </a:r>
          <a:r>
            <a:rPr lang="nb-NO" sz="1800" kern="1200" dirty="0" err="1"/>
            <a:t>read</a:t>
          </a:r>
          <a:r>
            <a:rPr lang="nb-NO" sz="1800" kern="1200" dirty="0"/>
            <a:t> and </a:t>
          </a:r>
          <a:r>
            <a:rPr lang="nb-NO" sz="1800" kern="1200" dirty="0" err="1"/>
            <a:t>write</a:t>
          </a:r>
          <a:r>
            <a:rPr lang="nb-NO" sz="1800" kern="1200" dirty="0"/>
            <a:t> </a:t>
          </a:r>
          <a:r>
            <a:rPr lang="nb-NO" sz="1800" kern="1200" dirty="0" err="1"/>
            <a:t>api</a:t>
          </a:r>
          <a:r>
            <a:rPr lang="nb-NO" sz="1800" kern="1200" dirty="0"/>
            <a:t> </a:t>
          </a:r>
          <a:r>
            <a:rPr lang="nb-NO" sz="1800" kern="1200" dirty="0" err="1"/>
            <a:t>keys</a:t>
          </a:r>
          <a:r>
            <a:rPr lang="nb-NO" sz="1800" kern="1200" dirty="0"/>
            <a:t> </a:t>
          </a:r>
          <a:r>
            <a:rPr lang="nb-NO" sz="1800" kern="1200" dirty="0" err="1"/>
            <a:t>stored</a:t>
          </a:r>
          <a:r>
            <a:rPr lang="nb-NO" sz="1800" kern="1200" dirty="0"/>
            <a:t> in </a:t>
          </a:r>
          <a:r>
            <a:rPr lang="nb-NO" sz="1800" kern="1200"/>
            <a:t>environment</a:t>
          </a:r>
          <a:r>
            <a:rPr lang="nb-NO" sz="1800" kern="1200" dirty="0"/>
            <a:t> variables</a:t>
          </a:r>
          <a:endParaRPr lang="en-US" sz="1800" kern="1200" dirty="0"/>
        </a:p>
      </dsp:txBody>
      <dsp:txXfrm>
        <a:off x="8134340" y="903159"/>
        <a:ext cx="2377306" cy="30634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7460738-4C62-CCD3-068B-89BC229A71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59E64BE2-28E2-8CCE-9726-861ED460CE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31666D0-2F3C-D58E-F24C-8FC938FC1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2F8E2-CD83-4B19-8D33-E8FEBA0BEAC1}" type="datetimeFigureOut">
              <a:rPr lang="nb-NO" smtClean="0"/>
              <a:t>19.10.2025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FB57389F-ADA2-8274-E730-2C2F8E41E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EB010B6D-9819-F72A-3B2B-C0CCF2FF2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E19F8-7998-41CB-9203-DB9EC43D644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63598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3CA1B62-6895-D477-AF5E-5C22F1466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A35EF48-1D6D-7E4E-925D-BB2DF5DBC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E22BF197-36A0-BFFF-CDF1-3DEB8464D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2F8E2-CD83-4B19-8D33-E8FEBA0BEAC1}" type="datetimeFigureOut">
              <a:rPr lang="nb-NO" smtClean="0"/>
              <a:t>19.10.2025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C882575-212B-CA1D-DA18-AB6D0CDAE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454FE6C-846A-70E7-E629-1586F551D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E19F8-7998-41CB-9203-DB9EC43D644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47034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DADC7DF-8D37-2343-087E-1C88B0697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5BBF1FDA-DD5D-CCB4-0376-BD3179AA5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4A02405-E0CD-BC9B-2C23-00549DAA3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2F8E2-CD83-4B19-8D33-E8FEBA0BEAC1}" type="datetimeFigureOut">
              <a:rPr lang="nb-NO" smtClean="0"/>
              <a:t>19.10.2025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9A687B2F-60C0-8889-CA94-B2A84D84C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7F1154DE-6055-82A0-60E8-9959B6E40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E19F8-7998-41CB-9203-DB9EC43D644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12488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AC9A988-950D-4B0F-6003-AB3F8D45B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293A45F-7625-2CEC-EA17-8E1CE03517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26D8947B-C7FA-FFCE-86DF-BC93EAEAE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84BCFD52-54F4-5A1B-0C6A-CF42C330D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2F8E2-CD83-4B19-8D33-E8FEBA0BEAC1}" type="datetimeFigureOut">
              <a:rPr lang="nb-NO" smtClean="0"/>
              <a:t>19.10.2025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1E15F698-6080-87F0-19D2-91B4859CF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590F25B7-BDE5-5F70-6651-932B67AF2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E19F8-7998-41CB-9203-DB9EC43D644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54992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3C13373-F698-30E2-D17E-7D3A17101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70B031D2-279E-4CD3-DB5A-BA5F33666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5750F81A-B632-189A-10A2-6735DDA2C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1DEE71A6-8242-BEEE-40AD-A75C6CEACC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6D2FA459-BE51-5C50-9BE5-A5F76DBB87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BA26BC83-F184-C66D-A781-4674329E5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2F8E2-CD83-4B19-8D33-E8FEBA0BEAC1}" type="datetimeFigureOut">
              <a:rPr lang="nb-NO" smtClean="0"/>
              <a:t>19.10.2025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422FBCFB-A62C-3B8E-3368-B3C091E3E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04BFC490-905E-749A-6FC0-13A70E8A0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E19F8-7998-41CB-9203-DB9EC43D644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87666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47BA899-4DAB-FBCF-47C3-D7EB99A44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89025174-D8C3-C440-D4A9-1ADBCD3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2F8E2-CD83-4B19-8D33-E8FEBA0BEAC1}" type="datetimeFigureOut">
              <a:rPr lang="nb-NO" smtClean="0"/>
              <a:t>19.10.2025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D58C7C36-434C-3A4C-CBD6-D2D0A8B65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84A3B114-DBD9-1956-B548-687FB6444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E19F8-7998-41CB-9203-DB9EC43D644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0749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C5527D33-0815-1021-67AE-0FCE513ED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2F8E2-CD83-4B19-8D33-E8FEBA0BEAC1}" type="datetimeFigureOut">
              <a:rPr lang="nb-NO" smtClean="0"/>
              <a:t>19.10.2025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6A0DAA96-9554-3EB5-0FE3-54483BB73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C2DCADA5-C5CC-5377-A3C9-270D718C1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E19F8-7998-41CB-9203-DB9EC43D644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33021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4E95B03-20B3-0390-1C79-CEA144D6B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536847E-5260-56D0-36F2-F67949C65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F299818A-0170-BC56-F481-FE20057697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E3A64C8A-AC32-605C-662B-ACC536C9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2F8E2-CD83-4B19-8D33-E8FEBA0BEAC1}" type="datetimeFigureOut">
              <a:rPr lang="nb-NO" smtClean="0"/>
              <a:t>19.10.2025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8DD7C24B-E40F-02CF-5982-91EE8D805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2D371572-A20A-97EB-F29F-41B5F91B2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E19F8-7998-41CB-9203-DB9EC43D644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02750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D27D012-7079-2536-7C29-A0A70A901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A381AFF9-0C44-2F00-28B7-B0430ED3F8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8D7476CF-B592-203B-393E-C79A3D54C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E58DDF2D-88D9-40A1-0C87-0F11C7300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2F8E2-CD83-4B19-8D33-E8FEBA0BEAC1}" type="datetimeFigureOut">
              <a:rPr lang="nb-NO" smtClean="0"/>
              <a:t>19.10.2025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CAE51E8B-4428-EB58-AF57-DE7B4CA99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1EBBCB91-EAC7-E9CD-CC13-4830BBEB2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E19F8-7998-41CB-9203-DB9EC43D644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96800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7F8AF3B-3331-2EC1-F8A7-230BFA82A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6D64277F-CBCD-849B-B644-F88337280F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DBCDFC82-53DA-196E-57CA-713C68ADC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2F8E2-CD83-4B19-8D33-E8FEBA0BEAC1}" type="datetimeFigureOut">
              <a:rPr lang="nb-NO" smtClean="0"/>
              <a:t>19.10.2025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443756C7-57C4-3C1E-8F8D-AF2CF317A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9468C6E-E3F2-37FE-FBB4-B6CC88A9E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E19F8-7998-41CB-9203-DB9EC43D644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01265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6797B389-198A-2CCE-8044-83EA0C6EDE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70F6CC21-77CC-5970-F727-14B19726B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23547CA3-3CA0-A72D-04AC-14E8332B9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2F8E2-CD83-4B19-8D33-E8FEBA0BEAC1}" type="datetimeFigureOut">
              <a:rPr lang="nb-NO" smtClean="0"/>
              <a:t>19.10.2025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5AC797DC-BB60-B02E-C364-DD874F345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F57CD485-584A-EA5E-6BCD-45CABCB7A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E19F8-7998-41CB-9203-DB9EC43D644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91380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4074A389-98D1-50F9-06B9-C12E995B8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0A5B7C0A-CC88-7466-19E2-3D6752A3B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38EA0118-3998-931C-93F7-130D301DE3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C2F8E2-CD83-4B19-8D33-E8FEBA0BEAC1}" type="datetimeFigureOut">
              <a:rPr lang="nb-NO" smtClean="0"/>
              <a:t>19.10.2025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4A7F5D76-2C9F-573C-E7A7-862B842611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3B741129-68B7-D033-72FD-1B2A4DA97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8E19F8-7998-41CB-9203-DB9EC43D644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58354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349FD90B-A27E-6541-D954-0EA1D8AD6D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nb-NO" sz="4800">
                <a:solidFill>
                  <a:srgbClr val="FFFFFF"/>
                </a:solidFill>
              </a:rPr>
              <a:t>Temperature Logger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A3E9DF67-1196-B067-332C-851FB24AA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nb-NO"/>
              <a:t>By Torstein Solheim Ølberg</a:t>
            </a:r>
          </a:p>
        </p:txBody>
      </p:sp>
    </p:spTree>
    <p:extLst>
      <p:ext uri="{BB962C8B-B14F-4D97-AF65-F5344CB8AC3E}">
        <p14:creationId xmlns:p14="http://schemas.microsoft.com/office/powerpoint/2010/main" val="2813254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79F6AEF6-8BE7-71A0-4F44-5167A0C42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nb-NO" sz="4000">
                <a:solidFill>
                  <a:srgbClr val="FFFFFF"/>
                </a:solidFill>
              </a:rPr>
              <a:t>Tasks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C758F3D-5AB1-2299-0839-8322A0B88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nb-NO" sz="2000" dirty="0"/>
              <a:t>Set up a </a:t>
            </a:r>
            <a:r>
              <a:rPr lang="nb-NO" sz="2000" dirty="0" err="1"/>
              <a:t>Raspberry</a:t>
            </a:r>
            <a:r>
              <a:rPr lang="nb-NO" sz="2000" dirty="0"/>
              <a:t> Pi </a:t>
            </a:r>
            <a:r>
              <a:rPr lang="nb-NO" sz="2000" dirty="0" err="1"/>
              <a:t>with</a:t>
            </a:r>
            <a:r>
              <a:rPr lang="nb-NO" sz="2000" dirty="0"/>
              <a:t> OS and Remote Access</a:t>
            </a:r>
          </a:p>
          <a:p>
            <a:pPr marL="457200" indent="-457200">
              <a:buFont typeface="+mj-lt"/>
              <a:buAutoNum type="arabicPeriod"/>
            </a:pPr>
            <a:r>
              <a:rPr lang="nb-NO" sz="2000" dirty="0"/>
              <a:t>Record an filter </a:t>
            </a:r>
            <a:r>
              <a:rPr lang="nb-NO" sz="2000" dirty="0" err="1"/>
              <a:t>temperature</a:t>
            </a:r>
            <a:r>
              <a:rPr lang="nb-NO" sz="2000" dirty="0"/>
              <a:t> from </a:t>
            </a:r>
            <a:r>
              <a:rPr lang="nb-NO" sz="2000" dirty="0" err="1"/>
              <a:t>two</a:t>
            </a:r>
            <a:r>
              <a:rPr lang="nb-NO" sz="2000" dirty="0"/>
              <a:t> </a:t>
            </a:r>
            <a:r>
              <a:rPr lang="nb-NO" sz="2000" dirty="0" err="1"/>
              <a:t>temperature</a:t>
            </a:r>
            <a:r>
              <a:rPr lang="nb-NO" sz="2000" dirty="0"/>
              <a:t> sensors</a:t>
            </a:r>
          </a:p>
          <a:p>
            <a:pPr marL="457200" indent="-457200">
              <a:buFont typeface="+mj-lt"/>
              <a:buAutoNum type="arabicPeriod"/>
            </a:pPr>
            <a:r>
              <a:rPr lang="nb-NO" sz="2000" dirty="0"/>
              <a:t>Make a </a:t>
            </a:r>
            <a:r>
              <a:rPr lang="nb-NO" sz="2000" dirty="0" err="1"/>
              <a:t>physical</a:t>
            </a:r>
            <a:r>
              <a:rPr lang="nb-NO" sz="2000" dirty="0"/>
              <a:t> HMI for </a:t>
            </a:r>
            <a:r>
              <a:rPr lang="nb-NO" sz="2000" dirty="0" err="1"/>
              <a:t>alarting</a:t>
            </a:r>
            <a:r>
              <a:rPr lang="nb-NO" sz="2000" dirty="0"/>
              <a:t> a </a:t>
            </a:r>
            <a:r>
              <a:rPr lang="nb-NO" sz="2000" dirty="0" err="1"/>
              <a:t>user</a:t>
            </a:r>
            <a:r>
              <a:rPr lang="nb-NO" sz="2000" dirty="0"/>
              <a:t> </a:t>
            </a:r>
            <a:r>
              <a:rPr lang="nb-NO" sz="2000" dirty="0" err="1"/>
              <a:t>of</a:t>
            </a:r>
            <a:r>
              <a:rPr lang="nb-NO" sz="2000" dirty="0"/>
              <a:t> to </a:t>
            </a:r>
            <a:r>
              <a:rPr lang="nb-NO" sz="2000" dirty="0" err="1"/>
              <a:t>high</a:t>
            </a:r>
            <a:r>
              <a:rPr lang="nb-NO" sz="2000" dirty="0"/>
              <a:t> </a:t>
            </a:r>
            <a:r>
              <a:rPr lang="nb-NO" sz="2000" dirty="0" err="1"/>
              <a:t>temperature</a:t>
            </a:r>
            <a:r>
              <a:rPr lang="nb-NO" sz="2000" dirty="0"/>
              <a:t> and </a:t>
            </a:r>
            <a:r>
              <a:rPr lang="nb-NO" sz="2000" dirty="0" err="1"/>
              <a:t>the</a:t>
            </a:r>
            <a:r>
              <a:rPr lang="nb-NO" sz="2000" dirty="0"/>
              <a:t> </a:t>
            </a:r>
            <a:r>
              <a:rPr lang="nb-NO" sz="2000" dirty="0" err="1"/>
              <a:t>ability</a:t>
            </a:r>
            <a:r>
              <a:rPr lang="nb-NO" sz="2000" dirty="0"/>
              <a:t> to </a:t>
            </a:r>
            <a:r>
              <a:rPr lang="nb-NO" sz="2000" dirty="0" err="1"/>
              <a:t>acknowledge</a:t>
            </a:r>
            <a:r>
              <a:rPr lang="nb-NO" sz="2000" dirty="0"/>
              <a:t> </a:t>
            </a:r>
            <a:r>
              <a:rPr lang="nb-NO" sz="2000" dirty="0" err="1"/>
              <a:t>the</a:t>
            </a:r>
            <a:r>
              <a:rPr lang="nb-NO" sz="2000" dirty="0"/>
              <a:t> alarm</a:t>
            </a:r>
          </a:p>
          <a:p>
            <a:pPr marL="457200" indent="-457200">
              <a:buFont typeface="+mj-lt"/>
              <a:buAutoNum type="arabicPeriod"/>
            </a:pPr>
            <a:r>
              <a:rPr lang="nb-NO" sz="2000" dirty="0"/>
              <a:t>Store data to a database</a:t>
            </a:r>
          </a:p>
          <a:p>
            <a:pPr marL="457200" indent="-457200">
              <a:buFont typeface="+mj-lt"/>
              <a:buAutoNum type="arabicPeriod"/>
            </a:pPr>
            <a:r>
              <a:rPr lang="nb-NO" sz="2000" dirty="0"/>
              <a:t>Store data to a </a:t>
            </a:r>
            <a:r>
              <a:rPr lang="nb-NO" sz="2000" dirty="0" err="1"/>
              <a:t>cloud</a:t>
            </a:r>
            <a:r>
              <a:rPr lang="nb-NO" sz="2000" dirty="0"/>
              <a:t> service</a:t>
            </a:r>
          </a:p>
          <a:p>
            <a:pPr marL="457200" indent="-457200">
              <a:buFont typeface="+mj-lt"/>
              <a:buAutoNum type="arabicPeriod"/>
            </a:pPr>
            <a:r>
              <a:rPr lang="nb-NO" sz="2000" dirty="0" err="1"/>
              <a:t>Create</a:t>
            </a:r>
            <a:r>
              <a:rPr lang="nb-NO" sz="2000" dirty="0"/>
              <a:t> a program for </a:t>
            </a:r>
            <a:r>
              <a:rPr lang="nb-NO" sz="2000" dirty="0" err="1"/>
              <a:t>visualising</a:t>
            </a:r>
            <a:r>
              <a:rPr lang="nb-NO" sz="2000" dirty="0"/>
              <a:t> and analysing </a:t>
            </a:r>
            <a:r>
              <a:rPr lang="nb-NO" sz="2000" dirty="0" err="1"/>
              <a:t>stored</a:t>
            </a:r>
            <a:r>
              <a:rPr lang="nb-NO" sz="2000" dirty="0"/>
              <a:t> data</a:t>
            </a:r>
          </a:p>
          <a:p>
            <a:pPr marL="457200" indent="-457200">
              <a:buFont typeface="+mj-lt"/>
              <a:buAutoNum type="arabicPeriod"/>
            </a:pPr>
            <a:r>
              <a:rPr lang="nb-NO" sz="2000" dirty="0"/>
              <a:t>Set up an MQTT Broker for controlling </a:t>
            </a:r>
            <a:r>
              <a:rPr lang="nb-NO" sz="2000" dirty="0" err="1"/>
              <a:t>access</a:t>
            </a:r>
            <a:r>
              <a:rPr lang="nb-NO" sz="2000" dirty="0"/>
              <a:t> to server</a:t>
            </a:r>
          </a:p>
        </p:txBody>
      </p:sp>
    </p:spTree>
    <p:extLst>
      <p:ext uri="{BB962C8B-B14F-4D97-AF65-F5344CB8AC3E}">
        <p14:creationId xmlns:p14="http://schemas.microsoft.com/office/powerpoint/2010/main" val="3324811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3ECC0DD2-62EA-A21F-E94C-1EB4A8649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System Sketch</a:t>
            </a:r>
          </a:p>
        </p:txBody>
      </p:sp>
      <p:pic>
        <p:nvPicPr>
          <p:cNvPr id="5" name="Bilde 4" descr="Et bilde som inneholder diagram, tekst, kart&#10;&#10;KI-generert innhold kan være feil.">
            <a:extLst>
              <a:ext uri="{FF2B5EF4-FFF2-40B4-BE49-F238E27FC236}">
                <a16:creationId xmlns:a16="http://schemas.microsoft.com/office/drawing/2014/main" id="{93CED1DD-EAC1-64F7-ABC3-FDDA1F12B0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599" y="1966293"/>
            <a:ext cx="6292801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237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085C249D-DBE9-37F3-13D8-63B5E72FF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Raspberry Pi Setup</a:t>
            </a:r>
          </a:p>
        </p:txBody>
      </p:sp>
      <p:pic>
        <p:nvPicPr>
          <p:cNvPr id="7" name="Bilde 6" descr="Et bilde som inneholder plan, diagram, Teknisk tegning, skjematisk&#10;&#10;KI-generert innhold kan være feil.">
            <a:extLst>
              <a:ext uri="{FF2B5EF4-FFF2-40B4-BE49-F238E27FC236}">
                <a16:creationId xmlns:a16="http://schemas.microsoft.com/office/drawing/2014/main" id="{7CE6BF70-86A1-81E4-4944-0C604E94C6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13" y="1989499"/>
            <a:ext cx="5412959" cy="4452160"/>
          </a:xfrm>
          <a:prstGeom prst="rect">
            <a:avLst/>
          </a:prstGeom>
        </p:spPr>
      </p:pic>
      <p:pic>
        <p:nvPicPr>
          <p:cNvPr id="1026" name="Picture 2" descr="Åpne bilde">
            <a:extLst>
              <a:ext uri="{FF2B5EF4-FFF2-40B4-BE49-F238E27FC236}">
                <a16:creationId xmlns:a16="http://schemas.microsoft.com/office/drawing/2014/main" id="{B9695916-2AD7-4067-08FD-ACEE4D36C9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81" t="8689" r="18183" b="14564"/>
          <a:stretch>
            <a:fillRect/>
          </a:stretch>
        </p:blipFill>
        <p:spPr bwMode="auto">
          <a:xfrm rot="16200000">
            <a:off x="7289222" y="1475379"/>
            <a:ext cx="3439393" cy="5226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181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10091A-B49F-F45E-A90B-D99EF1559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A6BA351-CDEF-BF15-CDA1-58F6EBD01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3421E8-F275-0BED-4FB9-6C2EA050E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4CCC2F-4405-8CC6-5683-9A29D5421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CB683E-0BDE-355C-AAE1-28D34DFD6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93801EA0-A6DF-549D-11BD-406DAA44E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Security</a:t>
            </a:r>
          </a:p>
        </p:txBody>
      </p:sp>
      <p:graphicFrame>
        <p:nvGraphicFramePr>
          <p:cNvPr id="3" name="Plassholder for innhold 2">
            <a:extLst>
              <a:ext uri="{FF2B5EF4-FFF2-40B4-BE49-F238E27FC236}">
                <a16:creationId xmlns:a16="http://schemas.microsoft.com/office/drawing/2014/main" id="{7184171C-8E05-4837-81A2-707D069758F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8251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6B0EC64F-CFFC-99F0-BC3A-EC90E0756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Live Demonstration</a:t>
            </a:r>
          </a:p>
        </p:txBody>
      </p:sp>
    </p:spTree>
    <p:extLst>
      <p:ext uri="{BB962C8B-B14F-4D97-AF65-F5344CB8AC3E}">
        <p14:creationId xmlns:p14="http://schemas.microsoft.com/office/powerpoint/2010/main" val="3878147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D7457D84-1C0C-8DD7-8B7C-2EEC9DBF4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nb-NO" sz="4000">
                <a:solidFill>
                  <a:srgbClr val="FFFFFF"/>
                </a:solidFill>
              </a:rPr>
              <a:t>Discussion and Future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387C20F-9259-73D5-7A80-4A3185817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nb-NO" sz="2000"/>
              <a:t>The system works, but the sensors seem to need some tuning</a:t>
            </a:r>
          </a:p>
          <a:p>
            <a:r>
              <a:rPr lang="nb-NO" sz="2000"/>
              <a:t>Recommend removing ThingSpeak unless necessary</a:t>
            </a:r>
          </a:p>
          <a:p>
            <a:r>
              <a:rPr lang="nb-NO" sz="2000"/>
              <a:t>Set up Live Digital interface for viewing data stored</a:t>
            </a:r>
          </a:p>
          <a:p>
            <a:r>
              <a:rPr lang="nb-NO" sz="2000"/>
              <a:t>Enclose RPi in box and solder sensors to cabels to be placed in different areas</a:t>
            </a:r>
          </a:p>
          <a:p>
            <a:r>
              <a:rPr lang="nb-NO" sz="2000"/>
              <a:t>Set up Crontab in RPi for automatic startup of program on boot.</a:t>
            </a:r>
          </a:p>
        </p:txBody>
      </p:sp>
    </p:spTree>
    <p:extLst>
      <p:ext uri="{BB962C8B-B14F-4D97-AF65-F5344CB8AC3E}">
        <p14:creationId xmlns:p14="http://schemas.microsoft.com/office/powerpoint/2010/main" val="1334174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4F9D42F6-AFC7-DA45-5D5C-B0DF858B4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nb-NO" sz="4000">
                <a:solidFill>
                  <a:srgbClr val="FFFFFF"/>
                </a:solidFill>
              </a:rPr>
              <a:t>Summary and Conclusion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251D024-54DD-1B83-66A1-72E0E2023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nb-NO" sz="2000" dirty="0" err="1"/>
              <a:t>Create</a:t>
            </a:r>
            <a:r>
              <a:rPr lang="nb-NO" sz="2000" dirty="0"/>
              <a:t> a </a:t>
            </a:r>
            <a:r>
              <a:rPr lang="nb-NO" sz="2000" dirty="0" err="1"/>
              <a:t>temperature</a:t>
            </a:r>
            <a:r>
              <a:rPr lang="nb-NO" sz="2000" dirty="0"/>
              <a:t> logging system.</a:t>
            </a:r>
          </a:p>
          <a:p>
            <a:r>
              <a:rPr lang="nb-NO" sz="2000" dirty="0"/>
              <a:t>Using a </a:t>
            </a:r>
            <a:r>
              <a:rPr lang="nb-NO" sz="2000" dirty="0" err="1"/>
              <a:t>Raspberry</a:t>
            </a:r>
            <a:r>
              <a:rPr lang="nb-NO" sz="2000" dirty="0"/>
              <a:t> Pi to </a:t>
            </a:r>
            <a:r>
              <a:rPr lang="nb-NO" sz="2000" dirty="0" err="1"/>
              <a:t>gather</a:t>
            </a:r>
            <a:r>
              <a:rPr lang="nb-NO" sz="2000" dirty="0"/>
              <a:t> </a:t>
            </a:r>
            <a:r>
              <a:rPr lang="nb-NO" sz="2000" dirty="0" err="1"/>
              <a:t>temperature</a:t>
            </a:r>
            <a:r>
              <a:rPr lang="nb-NO" sz="2000" dirty="0"/>
              <a:t> and send it to </a:t>
            </a:r>
            <a:r>
              <a:rPr lang="nb-NO" sz="2000" dirty="0" err="1"/>
              <a:t>NanoMQ</a:t>
            </a:r>
            <a:r>
              <a:rPr lang="nb-NO" sz="2000" dirty="0"/>
              <a:t>. </a:t>
            </a:r>
            <a:r>
              <a:rPr lang="nb-NO" sz="2000" dirty="0" err="1"/>
              <a:t>NanoMQ</a:t>
            </a:r>
            <a:r>
              <a:rPr lang="nb-NO" sz="2000" dirty="0"/>
              <a:t> slave </a:t>
            </a:r>
            <a:r>
              <a:rPr lang="nb-NO" sz="2000" dirty="0" err="1"/>
              <a:t>sends</a:t>
            </a:r>
            <a:r>
              <a:rPr lang="nb-NO" sz="2000" dirty="0"/>
              <a:t> data </a:t>
            </a:r>
            <a:r>
              <a:rPr lang="nb-NO" sz="2000" dirty="0" err="1"/>
              <a:t>either</a:t>
            </a:r>
            <a:r>
              <a:rPr lang="nb-NO" sz="2000" dirty="0"/>
              <a:t> to database and </a:t>
            </a:r>
            <a:r>
              <a:rPr lang="nb-NO" sz="2000" dirty="0" err="1"/>
              <a:t>ThingSpeak</a:t>
            </a:r>
            <a:r>
              <a:rPr lang="nb-NO" sz="2000" dirty="0"/>
              <a:t> or it </a:t>
            </a:r>
            <a:r>
              <a:rPr lang="nb-NO" sz="2000" dirty="0" err="1"/>
              <a:t>gathers</a:t>
            </a:r>
            <a:r>
              <a:rPr lang="nb-NO" sz="2000" dirty="0"/>
              <a:t> data from database and </a:t>
            </a:r>
            <a:r>
              <a:rPr lang="nb-NO" sz="2000" dirty="0" err="1"/>
              <a:t>sends</a:t>
            </a:r>
            <a:r>
              <a:rPr lang="nb-NO" sz="2000" dirty="0"/>
              <a:t> it to </a:t>
            </a:r>
            <a:r>
              <a:rPr lang="nb-NO" sz="2000" dirty="0" err="1"/>
              <a:t>NanoMQ</a:t>
            </a:r>
            <a:r>
              <a:rPr lang="nb-NO" sz="2000" dirty="0"/>
              <a:t> for </a:t>
            </a:r>
            <a:r>
              <a:rPr lang="nb-NO" sz="2000" dirty="0" err="1"/>
              <a:t>distribution</a:t>
            </a:r>
            <a:r>
              <a:rPr lang="nb-NO" sz="2000" dirty="0"/>
              <a:t>.</a:t>
            </a:r>
          </a:p>
          <a:p>
            <a:r>
              <a:rPr lang="nb-NO" sz="2000" dirty="0" err="1"/>
              <a:t>NanoMQ</a:t>
            </a:r>
            <a:r>
              <a:rPr lang="nb-NO" sz="2000" dirty="0"/>
              <a:t> and </a:t>
            </a:r>
            <a:r>
              <a:rPr lang="nb-NO" sz="2000" dirty="0" err="1"/>
              <a:t>ThingSpeak</a:t>
            </a:r>
            <a:r>
              <a:rPr lang="nb-NO" sz="2000" dirty="0"/>
              <a:t> </a:t>
            </a:r>
            <a:r>
              <a:rPr lang="nb-NO" sz="2000" dirty="0" err="1"/>
              <a:t>are</a:t>
            </a:r>
            <a:r>
              <a:rPr lang="nb-NO" sz="2000" dirty="0"/>
              <a:t> </a:t>
            </a:r>
            <a:r>
              <a:rPr lang="nb-NO" sz="2000" dirty="0" err="1"/>
              <a:t>access</a:t>
            </a:r>
            <a:r>
              <a:rPr lang="nb-NO" sz="2000" dirty="0"/>
              <a:t> </a:t>
            </a:r>
            <a:r>
              <a:rPr lang="nb-NO" sz="2000" dirty="0" err="1"/>
              <a:t>protected</a:t>
            </a:r>
            <a:r>
              <a:rPr lang="nb-NO" sz="2000" dirty="0"/>
              <a:t>. The info is </a:t>
            </a:r>
            <a:r>
              <a:rPr lang="nb-NO" sz="2000" dirty="0" err="1"/>
              <a:t>stored</a:t>
            </a:r>
            <a:r>
              <a:rPr lang="nb-NO" sz="2000" dirty="0"/>
              <a:t> </a:t>
            </a:r>
            <a:r>
              <a:rPr lang="nb-NO" sz="2000" dirty="0" err="1"/>
              <a:t>locally</a:t>
            </a:r>
            <a:r>
              <a:rPr lang="nb-NO" sz="2000" dirty="0"/>
              <a:t> in </a:t>
            </a:r>
            <a:r>
              <a:rPr lang="nb-NO" sz="2000" dirty="0" err="1"/>
              <a:t>environement</a:t>
            </a:r>
            <a:r>
              <a:rPr lang="nb-NO" sz="2000" dirty="0"/>
              <a:t> variables. </a:t>
            </a:r>
            <a:r>
              <a:rPr lang="nb-NO" sz="2000" dirty="0" err="1"/>
              <a:t>Datastorage</a:t>
            </a:r>
            <a:r>
              <a:rPr lang="nb-NO" sz="2000" dirty="0"/>
              <a:t> is not </a:t>
            </a:r>
            <a:r>
              <a:rPr lang="nb-NO" sz="2000" dirty="0" err="1"/>
              <a:t>directly</a:t>
            </a:r>
            <a:r>
              <a:rPr lang="nb-NO" sz="2000" dirty="0"/>
              <a:t> </a:t>
            </a:r>
            <a:r>
              <a:rPr lang="nb-NO" sz="2000" dirty="0" err="1"/>
              <a:t>interacted</a:t>
            </a:r>
            <a:r>
              <a:rPr lang="nb-NO" sz="2000" dirty="0"/>
              <a:t> </a:t>
            </a:r>
            <a:r>
              <a:rPr lang="nb-NO" sz="2000" dirty="0" err="1"/>
              <a:t>with</a:t>
            </a:r>
            <a:r>
              <a:rPr lang="nb-NO" sz="2000" dirty="0"/>
              <a:t>. Pi is </a:t>
            </a:r>
            <a:r>
              <a:rPr lang="nb-NO" sz="2000" dirty="0" err="1"/>
              <a:t>on</a:t>
            </a:r>
            <a:r>
              <a:rPr lang="nb-NO" sz="2000" dirty="0"/>
              <a:t> a </a:t>
            </a:r>
            <a:r>
              <a:rPr lang="nb-NO" sz="2000" dirty="0" err="1"/>
              <a:t>local</a:t>
            </a:r>
            <a:r>
              <a:rPr lang="nb-NO" sz="2000" dirty="0"/>
              <a:t> </a:t>
            </a:r>
            <a:r>
              <a:rPr lang="nb-NO" sz="2000" dirty="0" err="1"/>
              <a:t>network</a:t>
            </a:r>
            <a:r>
              <a:rPr lang="nb-NO" sz="2000" dirty="0"/>
              <a:t> not </a:t>
            </a:r>
            <a:r>
              <a:rPr lang="nb-NO" sz="2000" dirty="0" err="1"/>
              <a:t>connected</a:t>
            </a:r>
            <a:r>
              <a:rPr lang="nb-NO" sz="2000" dirty="0"/>
              <a:t> to </a:t>
            </a:r>
            <a:r>
              <a:rPr lang="nb-NO" sz="2000" dirty="0" err="1"/>
              <a:t>internet</a:t>
            </a:r>
            <a:r>
              <a:rPr lang="nb-NO" sz="2000" dirty="0"/>
              <a:t>. All data </a:t>
            </a:r>
            <a:r>
              <a:rPr lang="nb-NO" sz="2000" dirty="0" err="1"/>
              <a:t>except</a:t>
            </a:r>
            <a:r>
              <a:rPr lang="nb-NO" sz="2000" dirty="0"/>
              <a:t> </a:t>
            </a:r>
            <a:r>
              <a:rPr lang="nb-NO" sz="2000" dirty="0" err="1"/>
              <a:t>ThingSpeak</a:t>
            </a:r>
            <a:r>
              <a:rPr lang="nb-NO" sz="2000" dirty="0"/>
              <a:t> is </a:t>
            </a:r>
            <a:r>
              <a:rPr lang="nb-NO" sz="2000" dirty="0" err="1"/>
              <a:t>stored</a:t>
            </a:r>
            <a:r>
              <a:rPr lang="nb-NO" sz="2000" dirty="0"/>
              <a:t> </a:t>
            </a:r>
            <a:r>
              <a:rPr lang="nb-NO" sz="2000" dirty="0" err="1"/>
              <a:t>locally</a:t>
            </a:r>
            <a:r>
              <a:rPr lang="nb-NO" sz="2000" dirty="0"/>
              <a:t>. All </a:t>
            </a:r>
            <a:r>
              <a:rPr lang="nb-NO" sz="2000" dirty="0" err="1"/>
              <a:t>default</a:t>
            </a:r>
            <a:r>
              <a:rPr lang="nb-NO" sz="2000" dirty="0"/>
              <a:t> settings and </a:t>
            </a:r>
            <a:r>
              <a:rPr lang="nb-NO" sz="2000" dirty="0" err="1"/>
              <a:t>credentials</a:t>
            </a:r>
            <a:r>
              <a:rPr lang="nb-NO" sz="2000" dirty="0"/>
              <a:t> </a:t>
            </a:r>
            <a:r>
              <a:rPr lang="nb-NO" sz="2000" dirty="0" err="1"/>
              <a:t>changed</a:t>
            </a:r>
            <a:r>
              <a:rPr lang="nb-NO" sz="2000" dirty="0"/>
              <a:t>.</a:t>
            </a:r>
          </a:p>
          <a:p>
            <a:r>
              <a:rPr lang="nb-NO" sz="2000" dirty="0" err="1"/>
              <a:t>Should</a:t>
            </a:r>
            <a:r>
              <a:rPr lang="nb-NO" sz="2000" dirty="0"/>
              <a:t> </a:t>
            </a:r>
            <a:r>
              <a:rPr lang="nb-NO" sz="2000" dirty="0" err="1"/>
              <a:t>me</a:t>
            </a:r>
            <a:r>
              <a:rPr lang="nb-NO" sz="2000" dirty="0"/>
              <a:t> </a:t>
            </a:r>
            <a:r>
              <a:rPr lang="nb-NO" sz="2000" dirty="0" err="1"/>
              <a:t>made</a:t>
            </a:r>
            <a:r>
              <a:rPr lang="nb-NO" sz="2000" dirty="0"/>
              <a:t> more </a:t>
            </a:r>
            <a:r>
              <a:rPr lang="nb-NO" sz="2000" dirty="0" err="1"/>
              <a:t>user</a:t>
            </a:r>
            <a:r>
              <a:rPr lang="nb-NO" sz="2000" dirty="0"/>
              <a:t> </a:t>
            </a:r>
            <a:r>
              <a:rPr lang="nb-NO" sz="2000" dirty="0" err="1"/>
              <a:t>friendly</a:t>
            </a:r>
            <a:r>
              <a:rPr lang="nb-NO" sz="2000" dirty="0"/>
              <a:t> and </a:t>
            </a:r>
            <a:r>
              <a:rPr lang="nb-NO" sz="2000" dirty="0" err="1"/>
              <a:t>able</a:t>
            </a:r>
            <a:r>
              <a:rPr lang="nb-NO" sz="2000" dirty="0"/>
              <a:t> to </a:t>
            </a:r>
            <a:r>
              <a:rPr lang="nb-NO" sz="2000" dirty="0" err="1"/>
              <a:t>set</a:t>
            </a:r>
            <a:r>
              <a:rPr lang="nb-NO" sz="2000" dirty="0"/>
              <a:t> up to monitor multiple areas at </a:t>
            </a:r>
            <a:r>
              <a:rPr lang="nb-NO" sz="2000" dirty="0" err="1"/>
              <a:t>once</a:t>
            </a:r>
            <a:endParaRPr lang="nb-NO" sz="2000" dirty="0"/>
          </a:p>
        </p:txBody>
      </p:sp>
    </p:spTree>
    <p:extLst>
      <p:ext uri="{BB962C8B-B14F-4D97-AF65-F5344CB8AC3E}">
        <p14:creationId xmlns:p14="http://schemas.microsoft.com/office/powerpoint/2010/main" val="1400888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8089839-CD72-2AEA-9594-1A05EB442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References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9618AD7-0DBC-8EDE-BDCA-5645667C6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For setting up </a:t>
            </a:r>
            <a:r>
              <a:rPr lang="nb-NO" dirty="0" err="1"/>
              <a:t>the</a:t>
            </a:r>
            <a:r>
              <a:rPr lang="nb-NO" dirty="0"/>
              <a:t> NTC 10K </a:t>
            </a:r>
            <a:r>
              <a:rPr lang="nb-NO" dirty="0" err="1"/>
              <a:t>Thermistors</a:t>
            </a:r>
            <a:r>
              <a:rPr lang="nb-NO" dirty="0"/>
              <a:t> </a:t>
            </a:r>
            <a:r>
              <a:rPr lang="nb-NO" dirty="0" err="1"/>
              <a:t>Steinhart</a:t>
            </a:r>
            <a:r>
              <a:rPr lang="nb-NO" dirty="0"/>
              <a:t>-Hart </a:t>
            </a:r>
            <a:r>
              <a:rPr lang="nb-NO" dirty="0" err="1"/>
              <a:t>equation</a:t>
            </a:r>
            <a:r>
              <a:rPr lang="nb-NO" dirty="0"/>
              <a:t>:</a:t>
            </a:r>
          </a:p>
          <a:p>
            <a:pPr lvl="1"/>
            <a:r>
              <a:rPr lang="nb-NO" dirty="0"/>
              <a:t>https://www.edn.com/ntc-thermistor-beta-steinhart-hart-guide/</a:t>
            </a:r>
          </a:p>
        </p:txBody>
      </p:sp>
    </p:spTree>
    <p:extLst>
      <p:ext uri="{BB962C8B-B14F-4D97-AF65-F5344CB8AC3E}">
        <p14:creationId xmlns:p14="http://schemas.microsoft.com/office/powerpoint/2010/main" val="1077167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372</Words>
  <Application>Microsoft Office PowerPoint</Application>
  <PresentationFormat>Widescreen</PresentationFormat>
  <Paragraphs>39</Paragraphs>
  <Slides>9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Office-tema</vt:lpstr>
      <vt:lpstr>Temperature Logger</vt:lpstr>
      <vt:lpstr>Tasks</vt:lpstr>
      <vt:lpstr>System Sketch</vt:lpstr>
      <vt:lpstr>Raspberry Pi Setup</vt:lpstr>
      <vt:lpstr>Security</vt:lpstr>
      <vt:lpstr>Live Demonstration</vt:lpstr>
      <vt:lpstr>Discussion and Future</vt:lpstr>
      <vt:lpstr>Summary and 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Torstein Solheim Ølberg</dc:creator>
  <cp:lastModifiedBy>Torstein Solheim Ølberg</cp:lastModifiedBy>
  <cp:revision>5</cp:revision>
  <dcterms:created xsi:type="dcterms:W3CDTF">2025-10-18T19:36:46Z</dcterms:created>
  <dcterms:modified xsi:type="dcterms:W3CDTF">2025-10-19T11:43:07Z</dcterms:modified>
</cp:coreProperties>
</file>